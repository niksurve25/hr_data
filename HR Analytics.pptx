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67318" y="2659559"/>
            <a:ext cx="649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Project Bootcamp Program</a:t>
            </a:r>
            <a:endParaRPr lang="en-IN" sz="4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/>
          <p:cNvGraphicFramePr>
            <a:graphicFrameLocks noGrp="1"/>
          </p:cNvGraphicFramePr>
          <p:nvPr>
            <p:ph idx="1"/>
          </p:nvPr>
        </p:nvGraphicFramePr>
        <p:xfrm>
          <a:off x="1645920" y="1521229"/>
          <a:ext cx="9111728" cy="3349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224"/>
                <a:gridCol w="2103469"/>
                <a:gridCol w="5194035"/>
              </a:tblGrid>
              <a:tr h="69365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endParaRPr lang="en-IN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endParaRPr lang="en-IN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+mj-lt"/>
                        </a:rPr>
                        <a:t>Task Description</a:t>
                      </a:r>
                      <a:endParaRPr lang="en-IN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07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endParaRPr lang="en-IN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+mj-lt"/>
                        </a:rPr>
                        <a:t>Project Kick-off Meeting</a:t>
                      </a:r>
                      <a:endParaRPr lang="en-IN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61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+mj-lt"/>
                        </a:rPr>
                        <a:t>Understand the Dataset and KPIs</a:t>
                      </a:r>
                      <a:endParaRPr lang="en-IN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Implementation of KPI’s using Excel &amp; SQL</a:t>
                      </a:r>
                      <a:endParaRPr lang="en-IN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Tableau </a:t>
                      </a:r>
                      <a:endParaRPr lang="en-IN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Implementation of KPI’s using Power BI</a:t>
                      </a:r>
                      <a:endParaRPr lang="en-IN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Final Presentation of the Project</a:t>
                      </a:r>
                      <a:endParaRPr lang="en-IN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800" b="1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42647" y="197223"/>
            <a:ext cx="2106706" cy="5737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IN" dirty="0"/>
              <a:t>Timelines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0235" y="304800"/>
            <a:ext cx="2088777" cy="6275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Datasets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541930" y="1506071"/>
            <a:ext cx="98791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Domain : HR Analytics</a:t>
            </a: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Project Name: Employee Retention</a:t>
            </a: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Name: HR_1 &amp; HR_2</a:t>
            </a: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Type: Excel Data</a:t>
            </a: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Size: 50k records each</a:t>
            </a:r>
            <a:endParaRPr lang="en-IN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53319" y="197223"/>
            <a:ext cx="1864658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KPI’s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46847" y="1308847"/>
            <a:ext cx="112327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Average Attrition rate for all Departments</a:t>
            </a: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Average Hourly rate of Male Research Scientist</a:t>
            </a: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Attrition rate Vs Monthly income stats</a:t>
            </a: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Average working years for each Department</a:t>
            </a: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Job Role Vs Work life balance</a:t>
            </a: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Attrition rate Vs Year since last promotion relation</a:t>
            </a: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WPS Presentation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Kabre</dc:creator>
  <cp:lastModifiedBy>B Harish</cp:lastModifiedBy>
  <cp:revision>43</cp:revision>
  <dcterms:created xsi:type="dcterms:W3CDTF">2022-01-08T11:53:00Z</dcterms:created>
  <dcterms:modified xsi:type="dcterms:W3CDTF">2025-12-10T05:22:45Z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CFBE0893E1D04AFA9D87F24F2869DF83_12</vt:lpwstr>
  </property>
  <property fmtid="{D5CDD505-2E9C-101B-9397-08002B2CF9AE}" pid="3" name="KSOProductBuildVer">
    <vt:lpwstr>1033-12.2.0.23155</vt:lpwstr>
  </property>
</Properties>
</file>